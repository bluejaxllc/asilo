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 by BlueJax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Integral de Gestión</a:t>
            </a: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Estancias del Adulto Mayor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🌐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 de Inicio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primera impresión que ven las familias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Portada Principal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01_landing_hero_17730085077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Diseño moderno con gradientes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Animaciones de entrada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Accesos para familias y personal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Modo oscuro/claro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Responsive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Primera impresión profesional que genera confianza inmediata.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del Centro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02_landing_services_17730085132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Catálogo visual de cuidados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Tarjetas animadas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Iconografía profesional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Diseño responsive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familias entienden de un vistazo todo lo que el centro ofrece.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03_landing_features_17730085183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Monitoreo en tiempo real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Comunicación directa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IA integrada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Tecnología de punta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Demuestra la inversión tecnológica del centro.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🔐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Autenticación Segura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diferenciado: Admin, Personal, Familia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Inicio de Sesión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05_auth_login_17730085477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Cifrado bcrypt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Roles automáticos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Diseño limpio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Validación en tiempo real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seguro. Cada rol ve exactamente lo que necesita.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06_auth_register_1773008543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Validación en vivo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Verificación de email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Asignación automática de rol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fluido para nuevas familias.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👨‍👩‍👧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de Familias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Tranquilidad 24/7 para los seres queridos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 del Residente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07_family_resumen_17730089635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Estado de salud con color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Habitación y edad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Contacto de emergencia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Historial médico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Actividad Reciente con servicios premium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familias ven el estado de su ser querido en segundos.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Historial de Actividad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08_family_actividad_17730089719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Línea del tiempo unificada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Vitales, alimentación, medicamentos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Servicios Premium (estilo rosa)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Frecuencia y precios visibles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Ordenado cronológicamente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Transparencia total sobre cuidados y servicios contratados.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Medicamentos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09_family_medicamentos_17730089800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Nombre, dosis, frecuencia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Horarios de administración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Estado de cumplimiento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familias verifican que los medicamentos se administran correctamente.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Mensajería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10_family_mensajes_1773008987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Chat en tiempo real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Historial completo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Sin intermediarios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Comunicación directa con el equipo de cuidado.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Tienda de Servicios Premium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11_family_servicios_17730090014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 categorías de servicios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Frecuencia: Diario, Semanal, Quincenal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Precios dinámicos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Comprar o Suscribirse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NUEVA FUENTE DE INGRESOS desde el portal de familias.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Historial de Compras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12_family_mis_compras_17730090093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Registro con fecha, servicio, precio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Estado: Pendiente, Pagado, Entregado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Recibo digital permanente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Transparencia financiera para las familias.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⚙️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de Administración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total del negocio en una sola plataforma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Ejecutivo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13_admin_dashboard_17730090874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Residentes, personal, ocupación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Alertas pendientes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Métricas de actividad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Accesos rápidos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Visión 360° del negocio en una pantalla.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Residentes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14_admin_pacientes_17730090966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Búsqueda y filtrado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Estado con badges de color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Agregar, editar, dar de baja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 la información de cada residente centralizada.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Personal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15_admin_personal_17730091051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Directorio con rol y turno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Permisos por rol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Activar/desactivar cuentas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de RRHH simplificado.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de Tareas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16_admin_tareas_17730091133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Crear y asignar tareas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Estados y prioridades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Historial de cumplimiento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Nada se olvida. Eficiencia operativa mejorada.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Inventario Médico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17_admin_inventario_17730091203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Stock actual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Alertas de inventario bajo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Entradas y salidas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Categorización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Evita desabasto con alertas automáticas.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Notificaciones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18_admin_notificaciones_17730091293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Tiempo real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Categorías de urgencia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Marcar como leído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Nunca pierde un evento crítico.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Reportes y Analítica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19_admin_reportes_17730091368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Ocupación, ingresos, actividad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Gráficas con tendencias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Filtros y exportación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accionables para crecer.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20_admin_marketing_17730091460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Campañas de comunicación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Plantillas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Seguimiento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Comunicación profesional con familias.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Experiencias Premium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21_admin_experiencias_17730091592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CRUD completo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Categoría + suscripciones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Activar/desactivar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Sin desarrollador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total de la tienda de servicios.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Agentes de IA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22_admin_agentes_1773009168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Análisis de riesgo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Detección de tendencias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Monitoreo 24/7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que trabaja sin esfuerzo humano.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Auditoría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23_admin_auditoria_17730091785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Quién hizo qué, cuándo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Filtros avanzados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Trazabilidad completa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Cumplimiento normativo y seguridad.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Mensajería Admin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24_admin_mensajes_17730091859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Bandeja de familias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Respuestas directas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Historial por paciente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Ningún mensaje se pierde.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25_admin_configuracion_17730091937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Datos del centro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Webhooks y APIs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Integración GHL, WhatsApp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Personalización sin código.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👩‍⚕️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de Personal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para cuidar con excelencia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de Tareas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27_staff_dashboard_17730092991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Tareas pendientes con prioridad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Marcar completadas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Vista del turno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personal sabe exactamente qué hacer.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Bitácora de Cuidado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28_staff_residentes_17730093464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Lista con estado de salud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Acciones rápidas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Búsqueda y filtrado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de cuidados en segundos, sin papeleo.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de Vitales</a:t>
            </a:r>
            <a:endParaRPr lang="en-US" sz="2400" dirty="0"/>
          </a:p>
        </p:txBody>
      </p:sp>
      <p:pic>
        <p:nvPicPr>
          <p:cNvPr id="4" name="Image 0" descr="C:/Users/edgar/.gemini/antigravity/brain/1bb8a158-2724-4f06-92b8-db2190a8b5cf/29_staff_paciente_detalle_1773009398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71323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13258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Presión, temperatura, FC, glucosa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Notas del personal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Registro con un clic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Visible en portal de familias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42976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en tiempo real para máxima transparencia.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 de Beneficios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Familias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Tranquilidad 24/7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Extra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0" y="1783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Suscripciones premium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2801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Familias + Staff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1783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Comunicación directa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ejecutivo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01752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3520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Inventario con alertas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301752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520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detecta riesgos 24/7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892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257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sin papeleo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47548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4892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Regulatorio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5257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Auditoría completa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38160" y="47548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892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5257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Multi-rol seguro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¿Listo para transformar</a:t>
            </a:r>
            <a:endParaRPr lang="en-US" sz="4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 estancia?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4747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retiro.bluejax.ai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457200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Contacto: edgar@bluejax.ai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BlueJax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Retiro by BlueJax</dc:title>
  <dc:subject>PptxGenJS Presentation</dc:subject>
  <dc:creator>BlueJax</dc:creator>
  <cp:lastModifiedBy>BlueJax</cp:lastModifiedBy>
  <cp:revision>1</cp:revision>
  <dcterms:created xsi:type="dcterms:W3CDTF">2026-03-08T22:48:58Z</dcterms:created>
  <dcterms:modified xsi:type="dcterms:W3CDTF">2026-03-08T22:48:58Z</dcterms:modified>
</cp:coreProperties>
</file>